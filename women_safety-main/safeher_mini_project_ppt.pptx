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0" r:id="rId36"/>
    <p:sldId id="291" r:id="rId37"/>
    <p:sldId id="292" r:id="rId38"/>
    <p:sldId id="293" r:id="rId39"/>
    <p:sldId id="294" r:id="rId40"/>
    <p:sldId id="297" r:id="rId41"/>
    <p:sldId id="295" r:id="rId4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thalakshmy R" userId="bbdecdf9cf9b579e" providerId="LiveId" clId="{448EE3F6-BAC8-4851-96F7-12098A56C179}"/>
    <pc:docChg chg="undo custSel addSld delSld modSld">
      <pc:chgData name="Ananthalakshmy R" userId="bbdecdf9cf9b579e" providerId="LiveId" clId="{448EE3F6-BAC8-4851-96F7-12098A56C179}" dt="2026-10-15T06:24:35.716" v="712" actId="47"/>
      <pc:docMkLst>
        <pc:docMk/>
      </pc:docMkLst>
      <pc:sldChg chg="modSp mod">
        <pc:chgData name="Ananthalakshmy R" userId="bbdecdf9cf9b579e" providerId="LiveId" clId="{448EE3F6-BAC8-4851-96F7-12098A56C179}" dt="2026-10-10T14:53:25.669" v="484" actId="20577"/>
        <pc:sldMkLst>
          <pc:docMk/>
          <pc:sldMk cId="0" sldId="256"/>
        </pc:sldMkLst>
        <pc:spChg chg="mod">
          <ac:chgData name="Ananthalakshmy R" userId="bbdecdf9cf9b579e" providerId="LiveId" clId="{448EE3F6-BAC8-4851-96F7-12098A56C179}" dt="2026-10-10T14:53:25.669" v="484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Ananthalakshmy R" userId="bbdecdf9cf9b579e" providerId="LiveId" clId="{448EE3F6-BAC8-4851-96F7-12098A56C179}" dt="2026-10-12T09:54:29.774" v="700" actId="12"/>
        <pc:sldMkLst>
          <pc:docMk/>
          <pc:sldMk cId="0" sldId="259"/>
        </pc:sldMkLst>
        <pc:spChg chg="mod">
          <ac:chgData name="Ananthalakshmy R" userId="bbdecdf9cf9b579e" providerId="LiveId" clId="{448EE3F6-BAC8-4851-96F7-12098A56C179}" dt="2026-10-12T09:54:29.774" v="700" actId="12"/>
          <ac:spMkLst>
            <pc:docMk/>
            <pc:sldMk cId="0" sldId="259"/>
            <ac:spMk id="4" creationId="{00000000-0000-0000-0000-000000000000}"/>
          </ac:spMkLst>
        </pc:spChg>
      </pc:sldChg>
      <pc:sldChg chg="addSp delSp modSp mod">
        <pc:chgData name="Ananthalakshmy R" userId="bbdecdf9cf9b579e" providerId="LiveId" clId="{448EE3F6-BAC8-4851-96F7-12098A56C179}" dt="2026-10-10T01:46:14.993" v="25" actId="113"/>
        <pc:sldMkLst>
          <pc:docMk/>
          <pc:sldMk cId="0" sldId="264"/>
        </pc:sldMkLst>
        <pc:spChg chg="mod">
          <ac:chgData name="Ananthalakshmy R" userId="bbdecdf9cf9b579e" providerId="LiveId" clId="{448EE3F6-BAC8-4851-96F7-12098A56C179}" dt="2026-10-10T01:44:28.059" v="20" actId="1076"/>
          <ac:spMkLst>
            <pc:docMk/>
            <pc:sldMk cId="0" sldId="264"/>
            <ac:spMk id="2" creationId="{00000000-0000-0000-0000-000000000000}"/>
          </ac:spMkLst>
        </pc:spChg>
        <pc:graphicFrameChg chg="add mod modGraphic">
          <ac:chgData name="Ananthalakshmy R" userId="bbdecdf9cf9b579e" providerId="LiveId" clId="{448EE3F6-BAC8-4851-96F7-12098A56C179}" dt="2026-10-10T01:46:14.993" v="25" actId="113"/>
          <ac:graphicFrameMkLst>
            <pc:docMk/>
            <pc:sldMk cId="0" sldId="264"/>
            <ac:graphicFrameMk id="5" creationId="{764A3334-19E3-782F-2D85-1BD3C9537048}"/>
          </ac:graphicFrameMkLst>
        </pc:graphicFrameChg>
      </pc:sldChg>
      <pc:sldChg chg="modSp mod">
        <pc:chgData name="Ananthalakshmy R" userId="bbdecdf9cf9b579e" providerId="LiveId" clId="{448EE3F6-BAC8-4851-96F7-12098A56C179}" dt="2026-10-12T04:41:08.195" v="620" actId="113"/>
        <pc:sldMkLst>
          <pc:docMk/>
          <pc:sldMk cId="0" sldId="265"/>
        </pc:sldMkLst>
        <pc:graphicFrameChg chg="modGraphic">
          <ac:chgData name="Ananthalakshmy R" userId="bbdecdf9cf9b579e" providerId="LiveId" clId="{448EE3F6-BAC8-4851-96F7-12098A56C179}" dt="2026-10-12T04:41:08.195" v="620" actId="113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addSp delSp modSp mod">
        <pc:chgData name="Ananthalakshmy R" userId="bbdecdf9cf9b579e" providerId="LiveId" clId="{448EE3F6-BAC8-4851-96F7-12098A56C179}" dt="2026-10-12T09:41:36.783" v="640" actId="14100"/>
        <pc:sldMkLst>
          <pc:docMk/>
          <pc:sldMk cId="0" sldId="269"/>
        </pc:sldMkLst>
        <pc:picChg chg="add mod">
          <ac:chgData name="Ananthalakshmy R" userId="bbdecdf9cf9b579e" providerId="LiveId" clId="{448EE3F6-BAC8-4851-96F7-12098A56C179}" dt="2026-10-12T09:41:36.783" v="640" actId="14100"/>
          <ac:picMkLst>
            <pc:docMk/>
            <pc:sldMk cId="0" sldId="269"/>
            <ac:picMk id="9" creationId="{2BA29F11-E041-0C78-AC15-DF46068B271D}"/>
          </ac:picMkLst>
        </pc:picChg>
      </pc:sldChg>
      <pc:sldChg chg="addSp delSp modSp mod">
        <pc:chgData name="Ananthalakshmy R" userId="bbdecdf9cf9b579e" providerId="LiveId" clId="{448EE3F6-BAC8-4851-96F7-12098A56C179}" dt="2026-10-12T09:45:55.164" v="694" actId="20577"/>
        <pc:sldMkLst>
          <pc:docMk/>
          <pc:sldMk cId="0" sldId="270"/>
        </pc:sldMkLst>
        <pc:spChg chg="mod">
          <ac:chgData name="Ananthalakshmy R" userId="bbdecdf9cf9b579e" providerId="LiveId" clId="{448EE3F6-BAC8-4851-96F7-12098A56C179}" dt="2026-10-12T09:45:48.678" v="685" actId="20577"/>
          <ac:spMkLst>
            <pc:docMk/>
            <pc:sldMk cId="0" sldId="270"/>
            <ac:spMk id="2" creationId="{00000000-0000-0000-0000-000000000000}"/>
          </ac:spMkLst>
        </pc:spChg>
        <pc:spChg chg="mod">
          <ac:chgData name="Ananthalakshmy R" userId="bbdecdf9cf9b579e" providerId="LiveId" clId="{448EE3F6-BAC8-4851-96F7-12098A56C179}" dt="2026-10-12T09:45:55.164" v="694" actId="20577"/>
          <ac:spMkLst>
            <pc:docMk/>
            <pc:sldMk cId="0" sldId="270"/>
            <ac:spMk id="5" creationId="{00000000-0000-0000-0000-000000000000}"/>
          </ac:spMkLst>
        </pc:spChg>
        <pc:picChg chg="add mod">
          <ac:chgData name="Ananthalakshmy R" userId="bbdecdf9cf9b579e" providerId="LiveId" clId="{448EE3F6-BAC8-4851-96F7-12098A56C179}" dt="2026-10-12T09:43:18.083" v="650" actId="14100"/>
          <ac:picMkLst>
            <pc:docMk/>
            <pc:sldMk cId="0" sldId="270"/>
            <ac:picMk id="7" creationId="{5BB2B695-3129-40BD-16CE-91CB2A591331}"/>
          </ac:picMkLst>
        </pc:picChg>
      </pc:sldChg>
      <pc:sldChg chg="addSp delSp modSp mod">
        <pc:chgData name="Ananthalakshmy R" userId="bbdecdf9cf9b579e" providerId="LiveId" clId="{448EE3F6-BAC8-4851-96F7-12098A56C179}" dt="2026-10-12T09:45:39.523" v="676" actId="20577"/>
        <pc:sldMkLst>
          <pc:docMk/>
          <pc:sldMk cId="0" sldId="271"/>
        </pc:sldMkLst>
        <pc:spChg chg="mod">
          <ac:chgData name="Ananthalakshmy R" userId="bbdecdf9cf9b579e" providerId="LiveId" clId="{448EE3F6-BAC8-4851-96F7-12098A56C179}" dt="2026-10-12T09:45:29.607" v="667" actId="20577"/>
          <ac:spMkLst>
            <pc:docMk/>
            <pc:sldMk cId="0" sldId="271"/>
            <ac:spMk id="2" creationId="{00000000-0000-0000-0000-000000000000}"/>
          </ac:spMkLst>
        </pc:spChg>
        <pc:spChg chg="mod">
          <ac:chgData name="Ananthalakshmy R" userId="bbdecdf9cf9b579e" providerId="LiveId" clId="{448EE3F6-BAC8-4851-96F7-12098A56C179}" dt="2026-10-12T09:45:39.523" v="676" actId="20577"/>
          <ac:spMkLst>
            <pc:docMk/>
            <pc:sldMk cId="0" sldId="271"/>
            <ac:spMk id="5" creationId="{00000000-0000-0000-0000-000000000000}"/>
          </ac:spMkLst>
        </pc:spChg>
        <pc:picChg chg="add mod">
          <ac:chgData name="Ananthalakshmy R" userId="bbdecdf9cf9b579e" providerId="LiveId" clId="{448EE3F6-BAC8-4851-96F7-12098A56C179}" dt="2026-10-12T09:45:23.376" v="658" actId="14100"/>
          <ac:picMkLst>
            <pc:docMk/>
            <pc:sldMk cId="0" sldId="271"/>
            <ac:picMk id="7" creationId="{8DDDBE23-DFAC-7D9A-B477-54F697C06948}"/>
          </ac:picMkLst>
        </pc:picChg>
      </pc:sldChg>
      <pc:sldChg chg="addSp delSp modSp mod">
        <pc:chgData name="Ananthalakshmy R" userId="bbdecdf9cf9b579e" providerId="LiveId" clId="{448EE3F6-BAC8-4851-96F7-12098A56C179}" dt="2026-10-12T09:56:17.064" v="709" actId="14100"/>
        <pc:sldMkLst>
          <pc:docMk/>
          <pc:sldMk cId="0" sldId="273"/>
        </pc:sldMkLst>
        <pc:picChg chg="add mod">
          <ac:chgData name="Ananthalakshmy R" userId="bbdecdf9cf9b579e" providerId="LiveId" clId="{448EE3F6-BAC8-4851-96F7-12098A56C179}" dt="2026-10-12T09:56:17.064" v="709" actId="14100"/>
          <ac:picMkLst>
            <pc:docMk/>
            <pc:sldMk cId="0" sldId="273"/>
            <ac:picMk id="8" creationId="{90FF3A25-62D6-DD58-DD6F-98E4CEDA5574}"/>
          </ac:picMkLst>
        </pc:picChg>
      </pc:sldChg>
      <pc:sldChg chg="modSp mod">
        <pc:chgData name="Ananthalakshmy R" userId="bbdecdf9cf9b579e" providerId="LiveId" clId="{448EE3F6-BAC8-4851-96F7-12098A56C179}" dt="2026-10-12T09:37:40.952" v="632" actId="20577"/>
        <pc:sldMkLst>
          <pc:docMk/>
          <pc:sldMk cId="0" sldId="278"/>
        </pc:sldMkLst>
        <pc:spChg chg="mod">
          <ac:chgData name="Ananthalakshmy R" userId="bbdecdf9cf9b579e" providerId="LiveId" clId="{448EE3F6-BAC8-4851-96F7-12098A56C179}" dt="2026-10-12T09:37:40.952" v="632" actId="20577"/>
          <ac:spMkLst>
            <pc:docMk/>
            <pc:sldMk cId="0" sldId="278"/>
            <ac:spMk id="2" creationId="{00000000-0000-0000-0000-000000000000}"/>
          </ac:spMkLst>
        </pc:spChg>
      </pc:sldChg>
      <pc:sldChg chg="modSp mod">
        <pc:chgData name="Ananthalakshmy R" userId="bbdecdf9cf9b579e" providerId="LiveId" clId="{448EE3F6-BAC8-4851-96F7-12098A56C179}" dt="2026-10-12T04:40:05.175" v="599" actId="20577"/>
        <pc:sldMkLst>
          <pc:docMk/>
          <pc:sldMk cId="0" sldId="279"/>
        </pc:sldMkLst>
        <pc:spChg chg="mod">
          <ac:chgData name="Ananthalakshmy R" userId="bbdecdf9cf9b579e" providerId="LiveId" clId="{448EE3F6-BAC8-4851-96F7-12098A56C179}" dt="2026-10-12T04:40:05.175" v="599" actId="20577"/>
          <ac:spMkLst>
            <pc:docMk/>
            <pc:sldMk cId="0" sldId="279"/>
            <ac:spMk id="4" creationId="{00000000-0000-0000-0000-000000000000}"/>
          </ac:spMkLst>
        </pc:spChg>
      </pc:sldChg>
      <pc:sldChg chg="addSp delSp modSp del mod modAnim">
        <pc:chgData name="Ananthalakshmy R" userId="bbdecdf9cf9b579e" providerId="LiveId" clId="{448EE3F6-BAC8-4851-96F7-12098A56C179}" dt="2026-10-15T06:24:35.716" v="712" actId="47"/>
        <pc:sldMkLst>
          <pc:docMk/>
          <pc:sldMk cId="0" sldId="289"/>
        </pc:sldMkLst>
      </pc:sldChg>
      <pc:sldChg chg="modSp mod">
        <pc:chgData name="Ananthalakshmy R" userId="bbdecdf9cf9b579e" providerId="LiveId" clId="{448EE3F6-BAC8-4851-96F7-12098A56C179}" dt="2026-10-14T12:42:07.875" v="710" actId="11"/>
        <pc:sldMkLst>
          <pc:docMk/>
          <pc:sldMk cId="0" sldId="294"/>
        </pc:sldMkLst>
        <pc:spChg chg="mod">
          <ac:chgData name="Ananthalakshmy R" userId="bbdecdf9cf9b579e" providerId="LiveId" clId="{448EE3F6-BAC8-4851-96F7-12098A56C179}" dt="2026-10-10T02:04:58.093" v="447" actId="1076"/>
          <ac:spMkLst>
            <pc:docMk/>
            <pc:sldMk cId="0" sldId="294"/>
            <ac:spMk id="2" creationId="{00000000-0000-0000-0000-000000000000}"/>
          </ac:spMkLst>
        </pc:spChg>
        <pc:spChg chg="mod">
          <ac:chgData name="Ananthalakshmy R" userId="bbdecdf9cf9b579e" providerId="LiveId" clId="{448EE3F6-BAC8-4851-96F7-12098A56C179}" dt="2026-10-14T12:42:07.875" v="710" actId="11"/>
          <ac:spMkLst>
            <pc:docMk/>
            <pc:sldMk cId="0" sldId="294"/>
            <ac:spMk id="4" creationId="{00000000-0000-0000-0000-000000000000}"/>
          </ac:spMkLst>
        </pc:spChg>
      </pc:sldChg>
      <pc:sldChg chg="modSp mod">
        <pc:chgData name="Ananthalakshmy R" userId="bbdecdf9cf9b579e" providerId="LiveId" clId="{448EE3F6-BAC8-4851-96F7-12098A56C179}" dt="2026-10-12T04:41:39.341" v="621" actId="2165"/>
        <pc:sldMkLst>
          <pc:docMk/>
          <pc:sldMk cId="2557617550" sldId="296"/>
        </pc:sldMkLst>
        <pc:graphicFrameChg chg="modGraphic">
          <ac:chgData name="Ananthalakshmy R" userId="bbdecdf9cf9b579e" providerId="LiveId" clId="{448EE3F6-BAC8-4851-96F7-12098A56C179}" dt="2026-10-12T04:41:39.341" v="621" actId="2165"/>
          <ac:graphicFrameMkLst>
            <pc:docMk/>
            <pc:sldMk cId="2557617550" sldId="296"/>
            <ac:graphicFrameMk id="9" creationId="{44F696BF-C23E-D64B-60D1-4E5B6028B0E0}"/>
          </ac:graphicFrameMkLst>
        </pc:graphicFrameChg>
      </pc:sldChg>
      <pc:sldChg chg="addSp modSp new mod">
        <pc:chgData name="Ananthalakshmy R" userId="bbdecdf9cf9b579e" providerId="LiveId" clId="{448EE3F6-BAC8-4851-96F7-12098A56C179}" dt="2026-10-14T12:44:00.131" v="711" actId="11"/>
        <pc:sldMkLst>
          <pc:docMk/>
          <pc:sldMk cId="2385657424" sldId="297"/>
        </pc:sldMkLst>
        <pc:spChg chg="add mod">
          <ac:chgData name="Ananthalakshmy R" userId="bbdecdf9cf9b579e" providerId="LiveId" clId="{448EE3F6-BAC8-4851-96F7-12098A56C179}" dt="2026-10-14T12:44:00.131" v="711" actId="11"/>
          <ac:spMkLst>
            <pc:docMk/>
            <pc:sldMk cId="2385657424" sldId="297"/>
            <ac:spMk id="3" creationId="{38CA22A3-A242-A427-64AE-169625F264B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</a:rPr>
              <a:t>Test cases passed per module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Auth &amp; contacts</c:v>
                </c:pt>
                <c:pt idx="1">
                  <c:v>SOS</c:v>
                </c:pt>
                <c:pt idx="2">
                  <c:v>Reviews</c:v>
                </c:pt>
                <c:pt idx="3">
                  <c:v>Admin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62-4176-B5B4-28FE1903AB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40404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Auth &amp; contacts</c:v>
                </c:pt>
                <c:pt idx="1">
                  <c:v>SOS</c:v>
                </c:pt>
                <c:pt idx="2">
                  <c:v>Reviews</c:v>
                </c:pt>
                <c:pt idx="3">
                  <c:v>Admin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62-4176-B5B4-28FE1903A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12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5535B-EB4F-8134-CD20-78C2CADAD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838D5-759F-33EE-8789-665E0348B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285F5-297C-2B6A-F1B2-B887B6D84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E28C8-BFF5-DA59-5D02-D4A59988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D9766-C058-92D8-4FBA-423C535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4479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35DB-7365-4DF2-8866-430E0800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EDE6F-27F1-1B53-5863-0CDF9C0C0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2944-0B3D-C58B-EC19-1172D933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B8427-6172-6FA6-609E-3C28404CA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57D0C-60B3-75DE-1A67-90EBCA9EF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1705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89BC9-C2E2-8005-14B6-D255762F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DC8A2-CC71-6B05-9DC5-3ED559310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57AB0-9533-3F5A-E6B0-FB9A6D1E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99ECC-A9BB-1270-4A80-FDB52E7A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A2382-DAB8-6B31-F465-317038715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7626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522FB-8D63-F717-76EF-1BE9380D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93775-45F5-2DD0-614F-4087191B0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093BD-06B6-1034-140F-DFA876580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1B41D-60FE-0E43-33D2-1DB940AE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2B143-022B-B8FD-1FEA-D1C0E363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32D40-8D71-43C2-F75B-049438E8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003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33434-68EF-BA5F-BC8F-3B559780C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FE65D-3587-971D-4F5C-DE0A270D1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E3B96-4908-FF20-B038-8A38FFC86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BA3380-AA50-C8D9-83DB-A970A9310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FF7D16-FF66-DB19-478A-5B34E201D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E523FA-2D56-DECE-F57B-0522DCBE7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97AB7C-3E70-5DF0-B23B-84FC5AC7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108BE9-EA01-4FCC-1CD8-E8B54299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8138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7386-F43D-FE6B-B185-FA84730B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40025-CA9F-BC62-F471-913C24B6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865F0-AC63-2CD1-675D-F776B101C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63858-DA33-1840-C552-CE50C6BD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8997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B5DB75-00B3-D74D-7034-F5E3D81C4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D02D2-1347-E20E-ADA9-A833ABF9B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EF00E-4F98-666C-5085-B271A5564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097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2F32-7F50-D904-F9F2-C5FEEB627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CDD6C-F65A-A5C7-4E8A-4A51520AB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D04B0-FFEB-A283-28F3-FF2067C14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F5F5E-E70B-1ED8-AD69-64361470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E9372-6438-5009-91B2-3BA92FB1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5D351-9A87-A3BC-3DDC-4557FEFB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52087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AED2-867C-0A30-492A-4DD45ADA6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527E4E-1BFD-98E2-782C-5CF285F8FE1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E615F-9F03-53E9-DE95-6E9D25ABC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BE15D-B838-97A2-D5C2-433A7778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4EDA6-7ED1-2C6C-A6D6-8F23100C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AB90C-4EBF-44AA-EF3E-40CB1368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3770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ED02-BE39-9B65-8171-696CCCFE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926C0-A9C2-DD65-034B-610C80506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A2EEC-E5FC-11A8-4135-4865B4FB8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3BC72-3B0C-B297-B1C8-97298A94D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46CD0-AAE3-9AC2-761F-BF6CEB66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1155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95258-0414-4638-FDAD-0AB82B84C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9599F-94EC-F582-C616-A4EEE51DD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2E9BD-77A9-4852-7A13-95B2CF37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90A6C-60EB-35C0-7CED-6AEF3EE4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9D3E7-29DB-04B0-10B8-2B2F932C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0965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31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19ADEF-5490-E0BD-2043-61BBF679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7F57F-5708-522C-68CC-DAD5524ED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C582B-CFF5-ECAE-EE5B-EC971B2CF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66A9D-FF92-8737-0032-FB9F41257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FC04F-D995-19E1-2E5D-0FC893C49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77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SAFEHER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Travel Companion for Women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Ananthalakshmy R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MLM25MCA2019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 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0" y="33832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Mangalam College Of Engineering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Anju John, Assistant Professor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Introduction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SafeHer is a web-based travel companion that brings emergency alerts, safe stays, nearby help and AI guidance into one platform for women travellers.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Women travelling alone face real risks, yet safety tools are scattered across separate apps for maps, bookings, reviews and emergency calls.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give women a fast, reliable way to ask for help, find verified women-friendly stays and travel with confidence.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single trusted platform shortens response time in emergencies and lets the community share safety experiences that guide others.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Abstract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Abstract Points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SafeHer is a smart web platform that enhances the safety and confidence of women while travelling.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Women travelling alone lack one dependable place for instant emergency alerts, verified stays, nearby help and trusted guidance.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One-tap SOS with live location sharing, wearable and voice-triggered alerts, verified women-friendly stays, community reviews, an AI safety chatbot and an admin panel.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React.js, Node.js with Express, MySQL, JWT authentication, Socket.IO, OpenStreetMap with OSRM, Fast2SMS and a Gemini / OpenAI chatbot.</a:t>
            </a: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working platform that helps women reach trusted contacts quickly, choose safer places to stay and travel with greater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75658"/>
            <a:ext cx="11064240" cy="5316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travellers face challenges such as finding safe routes, accessing nearby emergency services, receiving timely SOS alerts with live location, verifying women-friendly accommodations, obtaining real-time safety warnings and AI guidance, and accessing hands-free wearable SOS support through a single reliable platform.</a:t>
            </a:r>
          </a:p>
          <a:p>
            <a:pPr algn="just">
              <a:spcAft>
                <a:spcPts val="1400"/>
              </a:spcAft>
              <a:buSzPct val="100000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Objectives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155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secure, integrated web platform that enhances women's travel safety through instant SOS alerts, safe accommodation discovery, and AI-powered guidance.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user registration, profile management, and emergency contact management.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one-tap SOS alerts with live location sharing and faster notifications to trusted contacts.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women find verified, women-friendly hotels and PG accommodations.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community reviews, safety ratings, and AI-powered travel safety guidance.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wearable technology for hands-free emergency assistance.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trusted, community-backed safety information through one easy-to-use platform.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women's confidence, convenience, and peace of mind while travelling.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Existing</a:t>
            </a: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must search for accommodation on booking websites and check nearby emergency services separately.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and accommodation listings may be unverified, making it difficult to identify safe places.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tools are scattered across multiple applications, with no single integrated platform.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assistance often requires manual calls or messages, delaying help during critical situations.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location sharing and emergency contact notifications are limited or unavailable.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police stations, hospitals, and other emergency services are not displayed in one place.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Hands-free emergency alerts through wearable devices are often unavailable.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verification and moderation by administrators may be lacking.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Safety-focused travel guidance and AI-powered assistance are limited or unavailable.</a:t>
            </a:r>
          </a:p>
          <a:p>
            <a:pPr>
              <a:spcAft>
                <a:spcPts val="800"/>
              </a:spcAft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Proposed</a:t>
            </a: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968"/>
            <a:ext cx="11064240" cy="54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SafeHer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emergency alerts, safe places, community reviews, and AI guidance into one secure web platform.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one-tap SOS alerts with live location sharing to trusted contacts.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faster, automated emergency notifications instead of manual calls or messages.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wearable and voice-based SOS for hands-free emergency assistance.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find verified women-friendly accommodations with CCTV, security guards, and women-only facilities.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nearby police stations and hospitals on a map.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community reviews and 1–5-star safety ratings for informed decisions.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an AI chatbot for travel safety tips and emergency guidance.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verified listings, moderated reviews, and trusted safety information in one easy-to-use platform.</a:t>
            </a:r>
          </a:p>
          <a:p>
            <a:pPr>
              <a:spcAft>
                <a:spcPts val="800"/>
              </a:spcAft>
              <a:buSzPct val="1000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Scope</a:t>
            </a: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the Project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3880" y="1234440"/>
            <a:ext cx="1106424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SafeHer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women travelling alone or in groups, business travellers, and students.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user accounts, emergency contacts, SOS alerts, and live location sharing.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wearable SOS, voice assistance, safe accommodations, reviews, and an AI chatbot.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tourism, business travel, daily commuting, and relocation.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React and Node.js web platform with six modules, including an admin panel.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locate nearby police stations and hospitals.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include mobile app development and crime hotspot prediction.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provide hotspot alerts, evidence capture, and adoption by tour operators and educational campuses.</a:t>
            </a:r>
          </a:p>
          <a:p>
            <a:pPr>
              <a:spcAft>
                <a:spcPts val="500"/>
              </a:spcAft>
              <a:buSzPct val="100000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9294" y="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B8003A-96BE-017F-58CC-63BDA57EB384}"/>
              </a:ext>
            </a:extLst>
          </p:cNvPr>
          <p:cNvSpPr txBox="1"/>
          <p:nvPr/>
        </p:nvSpPr>
        <p:spPr>
          <a:xfrm>
            <a:off x="354563" y="11383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4A3334-19E3-782F-2D85-1BD3C9537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958634"/>
              </p:ext>
            </p:extLst>
          </p:nvPr>
        </p:nvGraphicFramePr>
        <p:xfrm>
          <a:off x="588466" y="727588"/>
          <a:ext cx="11248973" cy="55694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828">
                  <a:extLst>
                    <a:ext uri="{9D8B030D-6E8A-4147-A177-3AD203B41FA5}">
                      <a16:colId xmlns:a16="http://schemas.microsoft.com/office/drawing/2014/main" val="1486626236"/>
                    </a:ext>
                  </a:extLst>
                </a:gridCol>
                <a:gridCol w="1874829">
                  <a:extLst>
                    <a:ext uri="{9D8B030D-6E8A-4147-A177-3AD203B41FA5}">
                      <a16:colId xmlns:a16="http://schemas.microsoft.com/office/drawing/2014/main" val="3341374721"/>
                    </a:ext>
                  </a:extLst>
                </a:gridCol>
                <a:gridCol w="1874829">
                  <a:extLst>
                    <a:ext uri="{9D8B030D-6E8A-4147-A177-3AD203B41FA5}">
                      <a16:colId xmlns:a16="http://schemas.microsoft.com/office/drawing/2014/main" val="2873309840"/>
                    </a:ext>
                  </a:extLst>
                </a:gridCol>
                <a:gridCol w="1874829">
                  <a:extLst>
                    <a:ext uri="{9D8B030D-6E8A-4147-A177-3AD203B41FA5}">
                      <a16:colId xmlns:a16="http://schemas.microsoft.com/office/drawing/2014/main" val="2837341360"/>
                    </a:ext>
                  </a:extLst>
                </a:gridCol>
                <a:gridCol w="1874829">
                  <a:extLst>
                    <a:ext uri="{9D8B030D-6E8A-4147-A177-3AD203B41FA5}">
                      <a16:colId xmlns:a16="http://schemas.microsoft.com/office/drawing/2014/main" val="2076596704"/>
                    </a:ext>
                  </a:extLst>
                </a:gridCol>
                <a:gridCol w="1874829">
                  <a:extLst>
                    <a:ext uri="{9D8B030D-6E8A-4147-A177-3AD203B41FA5}">
                      <a16:colId xmlns:a16="http://schemas.microsoft.com/office/drawing/2014/main" val="1130416591"/>
                    </a:ext>
                  </a:extLst>
                </a:gridCol>
              </a:tblGrid>
              <a:tr h="4315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Year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Publication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 in the Base Paper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Extracted / Methodology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/ Findings</a:t>
                      </a:r>
                    </a:p>
                  </a:txBody>
                  <a:tcPr marL="34811" marR="34811" marT="17405" marB="17405" anchor="ctr"/>
                </a:tc>
                <a:extLst>
                  <a:ext uri="{0D108BD9-81ED-4DB2-BD59-A6C34878D82A}">
                    <a16:rowId xmlns:a16="http://schemas.microsoft.com/office/drawing/2014/main" val="1748657471"/>
                  </a:ext>
                </a:extLst>
              </a:tr>
              <a:tr h="1337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Women Travel Safety Companion (2026)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 Dhanalakshmi, U. Pavithra, S. Hema and Mrs. Angayarkanni; International Journal of Research Publication and Reviews.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GPS-based route monitoring and route-deviation detection; no named ML algorithm verified.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 tracking, geofencing, route monitoring and SOS alerts.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metrics not verified.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real-time travel monitoring and emergency notifications.</a:t>
                      </a:r>
                    </a:p>
                  </a:txBody>
                  <a:tcPr marL="34811" marR="34811" marT="17405" marB="17405" anchor="ctr"/>
                </a:tc>
                <a:extLst>
                  <a:ext uri="{0D108BD9-81ED-4DB2-BD59-A6C34878D82A}">
                    <a16:rowId xmlns:a16="http://schemas.microsoft.com/office/drawing/2014/main" val="2356510112"/>
                  </a:ext>
                </a:extLst>
              </a:tr>
              <a:tr h="10789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Safety for HER (2021)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Logesh Rajendran and Shyam Shankaran R.; IEEE CONECCT 2021.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Two-level SOS alert and responder-coordination logic; no named ML algorithm identified.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Emergency alerts, GPS sharing, registered responders and police coordination.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metrics not verified.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users in distress with community responders and emergency services.</a:t>
                      </a:r>
                    </a:p>
                  </a:txBody>
                  <a:tcPr marL="34811" marR="34811" marT="17405" marB="17405" anchor="ctr"/>
                </a:tc>
                <a:extLst>
                  <a:ext uri="{0D108BD9-81ED-4DB2-BD59-A6C34878D82A}">
                    <a16:rowId xmlns:a16="http://schemas.microsoft.com/office/drawing/2014/main" val="1362812074"/>
                  </a:ext>
                </a:extLst>
              </a:tr>
              <a:tr h="14674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Android-Based Women Safety Application with Real-Time Alerts and Location Tracking (2025)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Jaydip Bengare, Ravindra Jadhav, Gaurav Kapale and Rushikesh Chandan; International Journal of Sciences and Innovation Engineering.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GPS-based tracking and event-triggered SOS messaging; no named ML algorithm reported.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Android, GPS, Google Maps API, SQLite, WhatsApp and SMS alerts.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Reported alert delivery: 2–3 seconds; location accuracy: 5–10 metres.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rapid emergency alerts and location tracking.</a:t>
                      </a:r>
                    </a:p>
                  </a:txBody>
                  <a:tcPr marL="34811" marR="34811" marT="17405" marB="17405" anchor="ctr"/>
                </a:tc>
                <a:extLst>
                  <a:ext uri="{0D108BD9-81ED-4DB2-BD59-A6C34878D82A}">
                    <a16:rowId xmlns:a16="http://schemas.microsoft.com/office/drawing/2014/main" val="2583234278"/>
                  </a:ext>
                </a:extLst>
              </a:tr>
              <a:tr h="10789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Safarion: An AI-Driven Safety and Travel Companion for Solo Explorers (2026)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Sruthy Ravi, Meya Maria Tony, Sreeya Menon P. T., Nikhil Raju and Jisha Mariam Jacob; IJERT, 2026.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Voice-triggered SOS, geofencing and offline alert-handling logic; specific ML model not verified.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Voice SOS, live GPS, geofencing, offline alerts, QR codes and community safety information.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metrics not verified.</a:t>
                      </a:r>
                    </a:p>
                  </a:txBody>
                  <a:tcPr marL="34811" marR="34811" marT="17405" marB="1740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travel assistance with emergency alerts and offline support.</a:t>
                      </a:r>
                    </a:p>
                  </a:txBody>
                  <a:tcPr marL="34811" marR="34811" marT="17405" marB="17405" anchor="ctr"/>
                </a:tc>
                <a:extLst>
                  <a:ext uri="{0D108BD9-81ED-4DB2-BD59-A6C34878D82A}">
                    <a16:rowId xmlns:a16="http://schemas.microsoft.com/office/drawing/2014/main" val="25983546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275124"/>
              </p:ext>
            </p:extLst>
          </p:nvPr>
        </p:nvGraphicFramePr>
        <p:xfrm>
          <a:off x="548640" y="1325880"/>
          <a:ext cx="11064240" cy="3867912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Backend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18.x LTS or later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 or later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&amp; Routing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OpenStreetMap + OSRM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Web Tokens (JWT), bcrypt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stable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Communication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Socket.IO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Alert Notification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Fast2SMS API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release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 Requirements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96EC745D-BB08-669B-7D40-463C6D210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545175"/>
              </p:ext>
            </p:extLst>
          </p:nvPr>
        </p:nvGraphicFramePr>
        <p:xfrm>
          <a:off x="548640" y="1371600"/>
          <a:ext cx="10032274" cy="4389120"/>
        </p:xfrm>
        <a:graphic>
          <a:graphicData uri="http://schemas.openxmlformats.org/drawingml/2006/table">
            <a:tbl>
              <a:tblPr/>
              <a:tblGrid>
                <a:gridCol w="2901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0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10/11, Linux or macOS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18.x LTS or later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18.x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Express.js 4.x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8.0 or later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Git, VS Code, Postman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Chrome or Edge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8E34728-1FEA-4566-4B69-914F46FB16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5645" y="326570"/>
            <a:ext cx="5767874" cy="75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 Requirements</a:t>
            </a:r>
            <a:endParaRPr lang="en-US" sz="36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44F696BF-C23E-D64B-60D1-4E5B6028B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210502"/>
              </p:ext>
            </p:extLst>
          </p:nvPr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i3 or above (i5 recommended)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 minimum, 8 GB recommended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GB free disk space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1366 × 768 or higher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internet connection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Wearable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 device for SOS trigger</a:t>
                      </a:r>
                    </a:p>
                  </a:txBody>
                  <a:tcPr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617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interaction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Traveller / Admin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Travellers and admins use the browser; wearable triggers SOS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layer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React.js screens, forms, map view and chatbot window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logic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APIs for auth, SOS, listings and reviews; Socket.IO live updates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layer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via Sequelize / Prisma stores users, contacts and alerts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services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OpenStreetMap + OSRM, Fast2SMS, Gemini / OpenAI chatbot, Wearable device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and routing, SMS delivery and AI chatbot APIs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Diagram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pic>
        <p:nvPicPr>
          <p:cNvPr id="4" name="Image 0" descr="/home/claude/mine_x/ppt/media/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529" y="1234440"/>
            <a:ext cx="9537289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DFD Context Diagram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Diagram (Level 0)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A29F11-E041-0C78-AC15-DF46068B2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10" y="1288026"/>
            <a:ext cx="9527458" cy="39230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DFD Level 1 -Admin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DFD – 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B2B695-3129-40BD-16CE-91CB2A59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212" y="1288026"/>
            <a:ext cx="9556955" cy="43458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DFD Level 1- User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DFD – </a:t>
            </a: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DDBE23-DFAC-7D9A-B477-54F697C06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19" y="1143000"/>
            <a:ext cx="9861755" cy="46187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Usecase</a:t>
            </a: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 Diagram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pic>
        <p:nvPicPr>
          <p:cNvPr id="4" name="Image 0" descr="/home/claude/mine_x/ppt/media/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351" y="731520"/>
            <a:ext cx="9414588" cy="59771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Class Diagram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FF3A25-62D6-DD58-DD6F-98E4CEDA5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6" y="1199535"/>
            <a:ext cx="10609007" cy="51555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State Diagram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358735-F9AE-C5CA-D690-E61696FE1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4988"/>
            <a:ext cx="10536128" cy="44973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Activity Diagram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pic>
        <p:nvPicPr>
          <p:cNvPr id="4" name="Image 0" descr="/home/claude/mine_x/ppt/media/image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83" y="1097280"/>
            <a:ext cx="10500851" cy="56476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3407" y="11197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</a:rPr>
              <a:t>Sequence Diagram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p:txBody>
      </p:sp>
      <p:pic>
        <p:nvPicPr>
          <p:cNvPr id="4" name="Image 0" descr="/home/claude/mine_x/ppt/media/image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988" y="653143"/>
            <a:ext cx="9582539" cy="608355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73659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 &amp; Profile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login and logout; forgot password; profile management; up to 5 emergency contacts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 &amp; Safe Places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hotels and PGs; view CCTV, guard, women-only; nearby hospitals and police; map view and trip management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SOS &amp; Wearable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One-tap SOS button; live location sharing; wearable and voice SOS; SOS history and helplines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Reviews &amp; Ratings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accommodations; 1–5 star safety ratings; comments and feedback; report inappropriate reviews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Safety Assistant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chatbot (Gemini / OpenAI); personal safety tips; travel advice and FAQs; emergency guidance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users; approve or remove listings; moderate community reviews; monitor SOS reports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Methodology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– SOS button, wearable or voice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– live GPS location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– alert saved with recipients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– SMS via Fast2SMS, live updates via Socket.IO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– resend if delivery fails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iterative cycles of requirements, design, build and test for each module.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routes are compared using safety data, an approach inspired by SafeRoutes.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and JWT tokens guard private routes. Safety rating is the average of 1–5 star reviews.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72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 single-page app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for SOS, stays, reviews, chatbot, admin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 through Socket.IO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4 REST APIs on Node.js 18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and bcrypt for secure login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for SOS, listings, reviews, chatbot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through Sequelize / Prisma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Contacts, SOSAlerts, SOSRecipients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Accommodations, Reviews and Trips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+ OSRM for maps and routes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Fast2SMS for SMS emergency alerts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or OpenAI API for the chatbot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/ Analysis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2588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463040"/>
          <a:ext cx="5303520" cy="2286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tested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&amp; contacts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 (button, wearable, voice)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reviews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panel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4348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 test cases passed across 6 integrated modules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can be raised by button, wearable or voice, and reaches every saved contact with live location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verification and review moderation keep listings trustworthy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Output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400" dirty="0"/>
          </a:p>
        </p:txBody>
      </p:sp>
      <p:pic>
        <p:nvPicPr>
          <p:cNvPr id="4" name="Image 0" descr="/home/claude/mine_x/ppt/media/imag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369" y="1234440"/>
            <a:ext cx="9848783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page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Output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400" dirty="0"/>
          </a:p>
        </p:txBody>
      </p:sp>
      <p:pic>
        <p:nvPicPr>
          <p:cNvPr id="4" name="Image 0" descr="/home/claude/mine_x/ppt/media/imag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841" y="1234440"/>
            <a:ext cx="9891838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Output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400" dirty="0"/>
          </a:p>
        </p:txBody>
      </p:sp>
      <p:pic>
        <p:nvPicPr>
          <p:cNvPr id="4" name="Image 0" descr="/home/claude/mine_x/ppt/media/image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021" y="1234440"/>
            <a:ext cx="9707479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Output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400" dirty="0"/>
          </a:p>
        </p:txBody>
      </p:sp>
      <p:pic>
        <p:nvPicPr>
          <p:cNvPr id="4" name="Image 0" descr="/home/claude/mine_x/ppt/media/image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29" y="1234440"/>
            <a:ext cx="9814661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functionality (SOS)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Output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pic>
        <p:nvPicPr>
          <p:cNvPr id="4" name="Image 0" descr="/home/claude/mine_x/ppt/media/image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278" y="1234440"/>
            <a:ext cx="9776965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travel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Output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400" dirty="0"/>
          </a:p>
        </p:txBody>
      </p:sp>
      <p:pic>
        <p:nvPicPr>
          <p:cNvPr id="4" name="Image 0" descr="/home/claude/mine_x/ppt/media/image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489" y="1234440"/>
            <a:ext cx="9696542" cy="47091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interface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617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 (SafeHer)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apps; manual calling and searching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integrated, automated platform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Unverified listings and reviews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Admin-verified listings, moderated reviews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steps to reach help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One-tap SOS with live location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data handled loosely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sessions, bcrypt-hashed passwords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phone in hand during an emergency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access plus hands-free wearable SOS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consolidated safety reports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SOS reports and platform analytics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testing:  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 •  Integration testing  •  System testing  •  User acceptance</a:t>
            </a:r>
            <a:endParaRPr lang="en-US" sz="1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421843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Result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login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successful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successful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login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message shown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displayed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6th emergency contact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Blocked, limit is 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message shown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One-tap SOS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with live location sent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delivered to contacts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Wearable / voice SOS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 raised hands-free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 triggered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1–5 star review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saved, rating updated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and rating updated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approves listing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visible to users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published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live location to trusted contacts.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and voice triggers work when the phone is out of reach.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listings show CCTV, guards and women-only facilities.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reviews help travellers decide.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chatbot gives tips and emergency advice any time.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panel verifies listings and monitors SOS reports.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alerts and live location need an internet connection to reach contacts.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SOS needs a connected wearable or a working microphone for voice.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information depends on listings and community reviews.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are guidance only and do not replace emergency services.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 web application; there is no dedicated mobile app yet.</a:t>
            </a:r>
            <a:endParaRPr 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SafeHer brings emergency alerts, safe-stay discovery, community feedback and AI guidance into one secure platform. It reduces the effort of asking for help and supports women in travelling with greater confidence.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– live location reaches trusted contacts with a single tap.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stays – women-friendly hotels and PGs with visible safety amenities.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guidance – safety tips and emergency advice whenever needed.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and iOS versions of SafeHer.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hotspot prediction to warn users about risky zones.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graph convolutional models for higher precision.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SMS-based alerts when the internet is unavailable.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or video attached to alerts through an ESP32 camera.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chatbot and voice commands.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0346" y="49013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00346" y="1002890"/>
            <a:ext cx="11064240" cy="550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Dhanalakshmi, U. Pavithra, S. Hema, and Angayarkanni, “Women Travel Safety Companion: A Real-Time Monitoring and Alert System,” International Journal of Research Publication and Reviews, 2026.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Rajendran and S. Shankaran R., “Safety for HER: A Systematic Approach with Coalescence of Technology and Citizens,” in Proc. IEEE Int. Conf. Electronics, Computing and Communication Technologies (CONECCT), 2021.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Bengare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Jadhav, G.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Kapale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R. Chandan, “Android-Based Women Safety Application with Real-Time Alerts and Location Tracking,” International Journal of Sciences and Innovation Engineering, 2025.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Ravi, M. M. Tony, S. Menon P. T., N. Raju, and J. M. Jacob, 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Safarion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AI-Driven Safety and Travel Companion for Solo Explorers,” International Journal of Engineering Research &amp; Technology (IJERT), 2026.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Kohale, D. Sharma, R. Bobade, et al., “Virangana: Advanced Women’s Safety Application,” in Proc. 2026 3rd Int. Conf. Emerging Trends in Engineering and Medical Sciences (ICETEMS), 2026.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CA22A3-A242-A427-64AE-169625F264B1}"/>
              </a:ext>
            </a:extLst>
          </p:cNvPr>
          <p:cNvSpPr txBox="1"/>
          <p:nvPr/>
        </p:nvSpPr>
        <p:spPr>
          <a:xfrm>
            <a:off x="707923" y="753802"/>
            <a:ext cx="10107561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Potturi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Thota, P.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Kandukuru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 al., “An SOS Women Safety Device: Automatic Emergency Alerts and Geo-location Sharing with GSM/GPS Integration,” in Proc. 2026 Int. Conf. Intelligent Computing, Networks, and Security (IC-ICNS), 2026.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IN" sz="1800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AuraAlert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AI-Powered Real-Time Women’s Safety Platform with Geospatial Crime Analytics,” in Proc. 2026 2nd Int. Conf. Computing, Communication and Green Engineering (CCGE), 2026.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“Smart Safety Handbag: An IoT-Enabled Machine Learning and GIS-Based Framework for Real-Time Women Safety,” in Proc. 2026 1st Int. Conf. Innovation &amp; Growth in Next-Gen Intelligent Technology &amp; Engineering (IGNITE), 2026.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“Real-Time Distress Detection and Location Tracking using a Voice-Activated System,” in Proc. IEEE Conference.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Women’s Safety System Using IoT and Taser Technology,” in Proc. 2024 4th Asian Conf. Innovation in Technology (ASIANCON), 2024. </a:t>
            </a:r>
          </a:p>
        </p:txBody>
      </p:sp>
    </p:spTree>
    <p:extLst>
      <p:ext uri="{BB962C8B-B14F-4D97-AF65-F5344CB8AC3E}">
        <p14:creationId xmlns:p14="http://schemas.microsoft.com/office/powerpoint/2010/main" val="23856574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278238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</TotalTime>
  <Words>2737</Words>
  <Application>Microsoft Office PowerPoint</Application>
  <PresentationFormat>Widescreen</PresentationFormat>
  <Paragraphs>436</Paragraphs>
  <Slides>41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Hardware 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SafeHer</dc:title>
  <dc:subject>PptxGenJS Presentation</dc:subject>
  <dc:creator>PptxGenJS</dc:creator>
  <cp:lastModifiedBy>Ananthalakshmy R</cp:lastModifiedBy>
  <cp:revision>7</cp:revision>
  <dcterms:created xsi:type="dcterms:W3CDTF">2026-10-07T13:22:22Z</dcterms:created>
  <dcterms:modified xsi:type="dcterms:W3CDTF">2026-10-15T06:26:02Z</dcterms:modified>
</cp:coreProperties>
</file>